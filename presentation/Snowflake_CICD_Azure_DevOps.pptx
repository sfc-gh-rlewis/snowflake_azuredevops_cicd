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Snowflake CI/CD with Azure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9B5E8"/>
                </a:solidFill>
              </a:defRPr>
            </a:pPr>
            <a:r>
              <a:t>Automated Infrastructure-as-Code for Data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Manual DDL execution is error-prone and hard to track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No version control for database objects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DEV and PROD environments drift out of sync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No approval workflow for production changes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Difficult to audit who changed what and when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Solution: Infrastructure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All Snowflake objects defined in SQL files in Git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Automated pipelines deploy changes on code push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Jinja templating for environment-specific configs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Approval gates before production deployment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Full audit trail via Git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CI/CD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solidFill>
                  <a:srgbClr val="0F2B46"/>
                </a:solidFill>
                <a:latin typeface="Courier New"/>
              </a:defRPr>
            </a:pPr>
            <a:r>
              <a:t>+------------------+     +------------------+     +------------------+</a:t>
            </a:r>
            <a:br/>
            <a:r>
              <a:t>|  Feature Branch  | --&gt; |     Validate     | --&gt; |   Deploy to DEV  |</a:t>
            </a:r>
            <a:br/>
            <a:r>
              <a:t>|      Push        |     |   (SQL Syntax)   |     |   (Automatic)    |</a:t>
            </a:r>
            <a:br/>
            <a:r>
              <a:t>+------------------+     +------------------+     +------------------+</a:t>
            </a:r>
            <a:br/>
            <a:br/>
            <a:r>
              <a:t>+------------------+     +------------------+     +------------------+</a:t>
            </a:r>
            <a:br/>
            <a:r>
              <a:t>|   Merge to Main  | --&gt; |     Validate     | --&gt; |  Deploy to PROD  |</a:t>
            </a:r>
            <a:br/>
            <a:r>
              <a:t>|  (Pull Request)  |     |   (SQL Syntax)   |     | (With Approval)  |</a:t>
            </a:r>
            <a:br/>
            <a:r>
              <a:t>+------------------+     +------------------+     +------------------+</a:t>
            </a:r>
            <a:br/>
            <a:br/>
            <a:r>
              <a:t>+------------------+     +------------------+     +------------------+</a:t>
            </a:r>
            <a:br/>
            <a:r>
              <a:t>|  Manual Trigger  | --&gt; |     Validate     | --&gt; |   Reset DEV      |</a:t>
            </a:r>
            <a:br/>
            <a:r>
              <a:t>| (RESET_DEV=true) |     |   (SQL Syntax)   |     | (Zero-Copy Clone)|</a:t>
            </a:r>
            <a:br/>
            <a:r>
              <a:t>+------------------+     +------------------+     +------------------+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Environment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9B5E8"/>
                </a:solidFill>
              </a:defRPr>
            </a:pPr>
            <a:r>
              <a:t>Jinja Templating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Single codebase for all environments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Variables defined in manifest.yml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DEV uses smaller warehouses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PROD uses larger warehouses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Database names auto-suffixed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9B5E8"/>
                </a:solidFill>
              </a:defRPr>
            </a:pPr>
            <a:r>
              <a:t>Zero-Copy Cloning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Instant DEV environment reset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No storage overhead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Production data for testing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One command to sync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Reset anytime via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Pipeline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1. Validate - Check SQL syntax, test Snowflake connection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2. Deploy to DEV - Runs on feature branches automatically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3. Deploy to PROD - Runs on main branch with approval gate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4. Reset DEV - Manual trigger to clone PROD to DEV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9B5E8"/>
                </a:solidFill>
              </a:defRPr>
            </a:pPr>
            <a:r>
              <a:t>Service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Dedicated CI/CD service account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TYPE = SERVICE (no MFA)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Minimal required privileges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No shared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9B5E8"/>
                </a:solidFill>
              </a:defRPr>
            </a:pPr>
            <a:r>
              <a:t>Key Pair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RSA 2048-bit key pair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Private key stored securely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Base64-encoded for Azure DevOps</a:t>
            </a:r>
          </a:p>
          <a:p>
            <a:pPr>
              <a:spcBef>
                <a:spcPts val="800"/>
              </a:spcBef>
              <a:defRPr sz="1800">
                <a:solidFill>
                  <a:srgbClr val="0F2B46"/>
                </a:solidFill>
              </a:defRPr>
            </a:pPr>
            <a:r>
              <a:t>  No password in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Declarative Schema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CREATE OR ALTER TABLE - Add columns without migrations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CREATE OR REPLACE VIEW - Update views declaratively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Dynamic Tables auto-refresh when source changes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No migration scripts to maintain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State matches code definition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Version Control - Full history of all database changes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Automation - No manual DDL execution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Safety - Required approval before production changes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Speed - Zero-copy cloning for instant DEV reset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Auditability - Who changed what and when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1. Create service user with key pair auth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2. Set up Azure DevOps variable group with private key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3. Configure pipeline variables for your account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4. Push code and create your first pipeline run</a:t>
            </a:r>
          </a:p>
          <a:p>
            <a:pPr>
              <a:spcBef>
                <a:spcPts val="1200"/>
              </a:spcBef>
              <a:defRPr sz="2200">
                <a:solidFill>
                  <a:srgbClr val="0F2B46"/>
                </a:solidFill>
              </a:defRPr>
            </a:pPr>
            <a:r>
              <a:t>  5. Add approval gate for production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Demo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9B5E8"/>
                </a:solidFill>
              </a:defRPr>
            </a:pPr>
            <a:r>
              <a:t>Let's see it in 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