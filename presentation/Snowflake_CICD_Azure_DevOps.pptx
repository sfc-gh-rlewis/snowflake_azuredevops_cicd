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Snowflake CI/CD with Azure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9B5E8"/>
                </a:solidFill>
              </a:defRPr>
            </a:pPr>
            <a:r>
              <a:t>Automated Infrastructure-as-Code for Data Teams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Manual DDL execution is error-prone and hard to track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No version control for database objects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DEV and PROD environments drift out of sync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No approval workflow for production changes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Difficult to audit who changed what and when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Solution: snow git execute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Execute SQL directly from Git repository in Snowflake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No Python scripts or custom deployment tools needed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Native Jinja templating with -D flags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Approval gates before production deployment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Full audit trail via Git history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Snowflake DevOps Architecture</a:t>
            </a:r>
          </a:p>
        </p:txBody>
      </p:sp>
      <p:pic>
        <p:nvPicPr>
          <p:cNvPr id="4" name="Picture 3" descr="devops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77295" cy="65437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1. Developer pushes to Azure DevOps (or Snowflake Workspaces)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2. Pipeline triggers on code change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3. snow git fetch syncs Snowflake's repo clone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4. snow git execute runs SQL with Jinja variables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5. CREATE OR ALTER ensures declarative state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Environment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9B5E8"/>
                </a:solidFill>
              </a:defRPr>
            </a:pPr>
            <a:r>
              <a:t>Jinja Templating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Single codebase for all environments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Variables passed via -D flags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DEV: -D "wh_size='X-SMALL'"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PROD: -D "wh_size='SMALL'"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No manifest files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9B5E8"/>
                </a:solidFill>
              </a:defRPr>
            </a:pPr>
            <a:r>
              <a:t>Zero-Copy Cloning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Instant DEV environment reset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No storage overhead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Production data for testing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One SQL command to sync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Reset anytime via pipeline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Pipeline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1. Validate - Test connection, sync Git repository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2. Deploy to DEV - Runs on feature branches automatically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3. Deploy to PROD - Runs on main branch with approval gate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4. Reset DEV - Manual trigger to clone PROD to DEV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Security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9B5E8"/>
                </a:solidFill>
              </a:defRPr>
            </a:pPr>
            <a:r>
              <a:t>Service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Dedicated CI/CD service account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TYPE = SERVICE (no MFA)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Minimal required privileges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No shared credentials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9B5E8"/>
                </a:solidFill>
              </a:defRPr>
            </a:pPr>
            <a:r>
              <a:t>Key Pair Authentication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RSA 2048-bit key pair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Private key in Azure DevOps secrets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Base64-encoded to preserve newlines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No password in pipeline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snow git fetch REPO - Sync Snowflake clone with remote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snow git execute @REPO/branches/main/definitions/* - Run SQL files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-D "env='DEV'" - Pass Jinja template variables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CREATE OR ALTER TABLE - Declarative schema management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CREATE DATABASE ... CLONE - Zero-copy environment reset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Simplicity - No custom scripts, native Snowflake features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Version Control - Full history of all database changes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Automation - Pipeline triggers on code push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Safety - Required approval before production changes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Speed - Zero-copy cloning for instant DEV reset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1. Connect Git repository to Snowflake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2. Create service user with key pair auth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3. Set up Azure DevOps variable group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4. Push code and create your first pipeline run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5. Add approval gate for production environment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Demo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9B5E8"/>
                </a:solidFill>
              </a:defRPr>
            </a:pPr>
            <a:r>
              <a:t>Let's see it in action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