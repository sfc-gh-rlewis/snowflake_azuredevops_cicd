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Snowflake CI/CD with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9B5E8"/>
                </a:solidFill>
              </a:defRPr>
            </a:pPr>
            <a:r>
              <a:t>Automated Infrastructure-as-Code for Data Teams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Manual DDL execution is error-prone and hard to track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version control for database objects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DEV and PROD environments drift out of sync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approval workflow for production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Difficult to audit who changed what and when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Solution: snow git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Execute SQL directly from Git repository in Snowflake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No Python scripts or custom deployment tools needed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Native Jinja templating with -D flags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Approval gates before production deployment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Full audit trail via Git history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Snowflake DevOps Architecture</a:t>
            </a:r>
          </a:p>
        </p:txBody>
      </p:sp>
      <p:pic>
        <p:nvPicPr>
          <p:cNvPr id="4" name="Picture 3" descr="devop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36" y="1124608"/>
            <a:ext cx="10926421" cy="5733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Developer pushes to Azure DevOps (or Snowflake Workspaces)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Pipeline triggers on code change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snow git fetch syncs Snowflake's repo clone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snow git execute runs SQL with Jinja variables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5. CREATE OR ALTER ensures declarative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Environment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Jinja Templating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Single codebase for all environments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Variables passed via -D flags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DEV: -D "wh_size='X-SMALL'"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PROD: -D "wh_size='SMALL'"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manifest files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Zero-Copy Cloning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Instant DEV environment reset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storage overhead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Production data for testing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One SQL command to sync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Reset anytime via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Pipeline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Validate - Test connection, sync Git repository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Deploy to DEV - Runs on feature branches automatically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Deploy to PROD - Runs on main branch with approval gate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Reset DEV - Manual trigger to clone PROD to DEV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Security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Service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Dedicated CI/CD service account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TYPE = SERVICE (no MFA)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Minimal required privileges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shared credentials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B5E8"/>
                </a:solidFill>
              </a:defRPr>
            </a:pPr>
            <a:r>
              <a:t>Key Pair 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RSA 2048-bit key pair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Private key in Azure DevOps secrets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Base64-encoded to preserve newlines</a:t>
            </a:r>
          </a:p>
          <a:p>
            <a:pPr>
              <a:spcBef>
                <a:spcPts val="800"/>
              </a:spcBef>
              <a:defRPr sz="1800">
                <a:solidFill>
                  <a:srgbClr val="0F2B46"/>
                </a:solidFill>
              </a:defRPr>
            </a:pPr>
            <a:r>
              <a:t>  No password in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snow git fetch REPO - Sync Snowflake clone with remote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snow git execute @REPO/branches/main/definitions/* - Run SQL files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-D "env='DEV'" - Pass Jinja template variables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CREATE OR ALTER TABLE - Declarative schema management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CREATE DATABASE ... CLONE - Zero-copy environment reset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Simplicity - No custom scripts, native Snowflake features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Version Control - Full history of all database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Automation - Pipeline triggers on code push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Safety - Required approval before production changes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Speed - Zero-copy cloning for instant DEV reset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1. Connect Git repository to Snowflake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2. Create service user with key pair auth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3. Set up Azure DevOps variable group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4. Push code and create your first pipeline run</a:t>
            </a:r>
          </a:p>
          <a:p>
            <a:pPr>
              <a:spcBef>
                <a:spcPts val="1200"/>
              </a:spcBef>
              <a:defRPr sz="2200">
                <a:solidFill>
                  <a:srgbClr val="0F2B46"/>
                </a:solidFill>
              </a:defRPr>
            </a:pPr>
            <a:r>
              <a:t>  5. Add approval gate for production environment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Demo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9B5E8"/>
                </a:solidFill>
              </a:defRPr>
            </a:pPr>
            <a:r>
              <a:t>Let's see it in action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502</Words>
  <Application>Microsoft Macintosh PowerPoint</Application>
  <PresentationFormat>Widescreen</PresentationFormat>
  <Paragraphs>71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Reid Lewis</cp:lastModifiedBy>
  <cp:revision>2</cp:revision>
  <dcterms:created xsi:type="dcterms:W3CDTF">2013-01-27T09:14:16Z</dcterms:created>
  <dcterms:modified xsi:type="dcterms:W3CDTF">2026-02-03T22:52:11Z</dcterms:modified>
  <cp:category/>
</cp:coreProperties>
</file>